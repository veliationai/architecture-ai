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VELIATION AI  ·  MIT 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4F4F5"/>
                </a:solidFill>
              </a:defRPr>
            </a:pPr>
            <a:r>
              <a:t>Architecture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</a:defRPr>
            </a:pPr>
            <a:r>
              <a:t>Turn use cases into explainable target architectures</a:t>
            </a:r>
            <a:br/>
            <a:r>
              <a:t>with platform-native best practice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</a:defRPr>
            </a:pPr>
            <a:r>
              <a:t>architecture-ai.onrender.com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B5CF6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</a:defRPr>
            </a:pPr>
            <a:r>
              <a:t>Diagrams don't ship. Decisions get lost.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4F5"/>
                </a:solidFill>
              </a:defRPr>
            </a:pPr>
            <a:r>
              <a:t>Why existing tools fall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●  Architecture lives in slides — not typed, versioned, or exportable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●  One recommendation ignores speed vs governance vs scale tradeoffs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●  Platform features change monthly — review checklists go stale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●  AI chat produces boxes without why, benefit, tradeoff, or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B5CF6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</a:defRPr>
            </a:pPr>
            <a:r>
              <a:t>Architecture intelligence, not diagramming.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4F5"/>
                </a:solidFill>
              </a:defRPr>
            </a:pPr>
            <a:r>
              <a:t>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691640" cy="118872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Structured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59" y="1463040"/>
            <a:ext cx="1691640" cy="118872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23159" y="146304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59" y="1645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59" y="196596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3 strategic variants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8" y="1463040"/>
            <a:ext cx="1691640" cy="118872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8" y="146304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8" y="1645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8" y="196596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Interactive diagram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7" y="1463040"/>
            <a:ext cx="1691640" cy="118872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197" y="146304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797" y="1645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7" y="196596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7D WAF scoring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6" y="1463040"/>
            <a:ext cx="1691640" cy="118872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6" y="146304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6" y="1645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6" y="196596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Sign-off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35" y="1463040"/>
            <a:ext cx="1691640" cy="118872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21235" y="146304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35" y="1645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35" y="196596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JSON · Mermaid · IaC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B5CF6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</a:defRPr>
            </a:pPr>
            <a:r>
              <a:t>Key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4F5"/>
                </a:solidFill>
              </a:defRPr>
            </a:pPr>
            <a:r>
              <a:t>What makes it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3108960" cy="160020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73152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Multi-variant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MVP, governed, and scale-ready designs with 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108960" cy="160020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73152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Typed graph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Nodes, edges, zones, rationale — not pixels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280160"/>
            <a:ext cx="3108960" cy="160020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280160"/>
            <a:ext cx="73152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7 review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7830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Security through explainability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00400"/>
            <a:ext cx="3108960" cy="160020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200400"/>
            <a:ext cx="73152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Platform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033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Versioned Databricks &amp; AWS registries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200400"/>
            <a:ext cx="3108960" cy="160020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3200400"/>
            <a:ext cx="73152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Data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033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Conceptual → star schema + transforms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3200400"/>
            <a:ext cx="3108960" cy="160020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0" y="3200400"/>
            <a:ext cx="73152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MCP + exports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7033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Agent tools &amp; engineering artifacts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4F5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apps/web        —  Next.js 15 studio, React Flow canvas, REST APIs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packages/core   —  Graph schema, LLM client, portfolio, review, export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packages/catalog — Platform knowledge, icons, domain packs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packages/mcp    —  MCP server for Cursor / Claude / custom agents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Deploy: Render (production)  ·  Mock LLM for offline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4F5"/>
                </a:solidFill>
              </a:defRPr>
            </a:pPr>
            <a:r>
              <a:t>Well-architected review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560320" cy="1005840"/>
          </a:xfrm>
          <a:prstGeom prst="roundRect">
            <a:avLst/>
          </a:prstGeom>
          <a:solidFill>
            <a:srgbClr val="16162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4F5"/>
                </a:solidFill>
              </a:defRPr>
            </a:pPr>
            <a:r>
              <a:t>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463040"/>
            <a:ext cx="2560320" cy="1005840"/>
          </a:xfrm>
          <a:prstGeom prst="roundRect">
            <a:avLst/>
          </a:prstGeom>
          <a:solidFill>
            <a:srgbClr val="16162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4F5"/>
                </a:solidFill>
              </a:defRPr>
            </a:pPr>
            <a:r>
              <a:t>Reliability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2560320" cy="1005840"/>
          </a:xfrm>
          <a:prstGeom prst="roundRect">
            <a:avLst/>
          </a:prstGeom>
          <a:solidFill>
            <a:srgbClr val="16162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4F5"/>
                </a:solidFill>
              </a:defRPr>
            </a:pPr>
            <a:r>
              <a:t>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463040"/>
            <a:ext cx="2560320" cy="1005840"/>
          </a:xfrm>
          <a:prstGeom prst="roundRect">
            <a:avLst/>
          </a:prstGeom>
          <a:solidFill>
            <a:srgbClr val="16162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4F5"/>
                </a:solidFill>
              </a:defRPr>
            </a:pPr>
            <a:r>
              <a:t>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2560320" cy="1005840"/>
          </a:xfrm>
          <a:prstGeom prst="roundRect">
            <a:avLst/>
          </a:prstGeom>
          <a:solidFill>
            <a:srgbClr val="16162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4F5"/>
                </a:solidFill>
              </a:defRPr>
            </a:pPr>
            <a:r>
              <a:t>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834640"/>
            <a:ext cx="2560320" cy="1005840"/>
          </a:xfrm>
          <a:prstGeom prst="roundRect">
            <a:avLst/>
          </a:prstGeom>
          <a:solidFill>
            <a:srgbClr val="16162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4F5"/>
                </a:solidFill>
              </a:defRPr>
            </a:pPr>
            <a:r>
              <a:t>Governance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834640"/>
            <a:ext cx="2560320" cy="1005840"/>
          </a:xfrm>
          <a:prstGeom prst="roundRect">
            <a:avLst/>
          </a:prstGeom>
          <a:solidFill>
            <a:srgbClr val="16162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4F5"/>
                </a:solidFill>
              </a:defRPr>
            </a:pPr>
            <a:r>
              <a:t>Explainability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4F5"/>
                </a:solidFill>
              </a:defRPr>
            </a:pPr>
            <a:r>
              <a:t>Studio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Design     →  Canvas · Variants · Compare · Data model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Workflow   →  Improve · Review · Approve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Deliver    →  Summary · Export (JSON, Mermaid, Terraform, dbt, ADF)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Left nav opens content in the main panel — intuitive, mobile-friendly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13716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4F4F5"/>
                </a:solidFill>
              </a:defRPr>
            </a:pPr>
            <a:r>
              <a:t>Try it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D399"/>
                </a:solidFill>
              </a:defRPr>
            </a:pPr>
            <a:r>
              <a:t>architecture-ai.onrender.com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1A1AA"/>
                </a:solidFill>
              </a:defRPr>
            </a:pPr>
            <a:r>
              <a:t>No API key required · Mock LLM mode · Free on Render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4F5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✓  Multi-variant portfolio, review, approval, export, MCP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✓  Databricks deep knowledge (Genie, Unity Catalog, MLflow)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✓  AWS well-architected basics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→  Azure, GCP, Snowflake rule packs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→  LLM app patterns (routing, grounding, evaluation)</a:t>
            </a:r>
          </a:p>
          <a:p>
            <a:pPr>
              <a:spcAft>
                <a:spcPts val="1000"/>
              </a:spcAft>
              <a:defRPr sz="1700">
                <a:solidFill>
                  <a:srgbClr val="A1A1AA"/>
                </a:solidFill>
              </a:defRPr>
            </a:pPr>
            <a:r>
              <a:t>→  Product demo video on landing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4F5"/>
                </a:solidFill>
              </a:defRPr>
            </a:pPr>
            <a:r>
              <a:t>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114800" cy="164592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20116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Akhil Vydyula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31720"/>
            <a:ext cx="374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Core contributor</a:t>
            </a:r>
            <a:br/>
            <a:r>
              <a:t>linkedin.com/in/akhilvydyula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114800" cy="1645920"/>
          </a:xfrm>
          <a:prstGeom prst="roundRect">
            <a:avLst/>
          </a:prstGeom>
          <a:solidFill>
            <a:srgbClr val="161622"/>
          </a:solidFill>
          <a:ln w="12700">
            <a:solidFill>
              <a:srgbClr val="2A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73152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116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Sai Sankara Thamma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3749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</a:defRPr>
            </a:pPr>
            <a:r>
              <a:t>Core contributor</a:t>
            </a:r>
            <a:br/>
            <a:r>
              <a:t>linkedin.com/in/sankara-reddy-thamma-18a6a6ba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A1AA"/>
                </a:solidFill>
              </a:defRPr>
            </a:pPr>
            <a:r>
              <a:t>MIT License  ·  github.com/VeliationAI/architecture-ai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4F4F5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</a:defRPr>
            </a:pPr>
            <a:r>
              <a:t>Architecture intelligence, not diagramming.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